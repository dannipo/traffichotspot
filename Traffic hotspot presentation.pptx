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Petrona Bold" panose="020B0604020202020204" charset="0"/>
      <p:regular r:id="rId14"/>
    </p:embeddedFont>
    <p:embeddedFont>
      <p:font typeface="Petrona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1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D60C52-746F-AEB6-E431-559BF499187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000" y="4757605"/>
            <a:ext cx="1227023" cy="3429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6924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Traffic Accident Hotspot Detection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609850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HDBSCAN Clustering to identify accident-prone locations from geospatial crash data.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Members: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Nicole Cherop · Danni Podho · Albert Ngotho · Trina Kinyua · Kian Muchemi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5913"/>
            <a:ext cx="4722763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&amp; Problem Statement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595810"/>
            <a:ext cx="4722763" cy="14515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55430" y="174992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55430" y="2048768"/>
            <a:ext cx="433834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traffic accidents are a major public safety concern, causing injuries, fatalities, and economic losses. Identifying accident-prone locations enables authorities to improve road safety, allocate resources effectively, and support informed decision-making.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176067"/>
            <a:ext cx="4722763" cy="14515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5430" y="333017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55430" y="3629025"/>
            <a:ext cx="433834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thousands of accident records manually is difficult and time-consuming. This project applies the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HDBSCAN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machine learning clustering algorithm to automatically identify traffic accident hotspots using the geographical locations of crashes.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1169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40984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 Objective: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identify traffic accident hotspots using the HDBSCAN clustering algorithm.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6132"/>
            <a:ext cx="4004965" cy="12721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90247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3630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Collect &amp; Preprocess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680692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preprocess traffic crash data.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796132"/>
            <a:ext cx="4005039" cy="12721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90247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36309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Validate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680692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validate geographical coordinates.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2721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 Hotspots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accident hotspots using HDBSCAN.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2721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identified hotspots on an interactive map.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997"/>
            <a:ext cx="548349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&amp; Data Preprocessing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394520"/>
            <a:ext cx="382927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Source: Chicago Traffic Crashes Dataset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76882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12318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 Date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 &amp; Longitude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&amp; Lighting Conditions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Posted Speed Limit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 Type &amp; Injury Information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39452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Steps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93602"/>
            <a:ext cx="212601" cy="212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0398" y="178653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Filtered crashes from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 onwards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509465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250239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records with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or invalid coordinates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246611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0398" y="3239542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dates to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datetime format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962474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395540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GPS to </a:t>
            </a: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UTM projection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accurate distance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300"/>
            <a:ext cx="3538910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1911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follows a structured workflow from raw crash data through preprocessing, clustering, and visualization to produce actionable hotspot maps.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639788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496119" y="172700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Traffic Crash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5718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5718" y="1639788"/>
            <a:ext cx="2652489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3245718" y="172700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95392" y="145457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95392" y="1639788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5995392" y="1727002"/>
            <a:ext cx="15692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Coordinate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278261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496119" y="2377232"/>
            <a:ext cx="169492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GeoDataFrame Creation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5718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5718" y="2278261"/>
            <a:ext cx="2652489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3245718" y="237723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HDBSCAN Clustering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95392" y="210480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5392" y="2278261"/>
            <a:ext cx="2652415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5995392" y="2377232"/>
            <a:ext cx="158048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Hotspot Identification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119" y="2755032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6119" y="2916808"/>
            <a:ext cx="8151688" cy="14288"/>
          </a:xfrm>
          <a:prstGeom prst="rect">
            <a:avLst/>
          </a:prstGeom>
          <a:solidFill>
            <a:srgbClr val="9A81D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496119" y="3027462"/>
            <a:ext cx="209029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Map Visualization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119" y="3453854"/>
            <a:ext cx="19980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HDBSCAN?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6119" y="3757017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618232" y="3914329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require specifying the number of clusters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0592" y="3757017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742706" y="3914329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clusters of varying densities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6119" y="4270102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618232" y="442741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isolated crashes as noise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0592" y="4270102"/>
            <a:ext cx="4027289" cy="415900"/>
          </a:xfrm>
          <a:prstGeom prst="roundRect">
            <a:avLst>
              <a:gd name="adj" fmla="val 1185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4742706" y="4427413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large geospatial datasets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3188"/>
            <a:ext cx="5183237" cy="29371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3772" y="652686"/>
            <a:ext cx="1652736" cy="249882"/>
          </a:xfrm>
          <a:prstGeom prst="roundRect">
            <a:avLst>
              <a:gd name="adj" fmla="val 18169"/>
            </a:avLst>
          </a:prstGeom>
          <a:solidFill>
            <a:srgbClr val="1C113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1"/>
          <p:cNvSpPr/>
          <p:nvPr/>
        </p:nvSpPr>
        <p:spPr>
          <a:xfrm>
            <a:off x="6094809" y="693167"/>
            <a:ext cx="1947863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13772" y="954063"/>
            <a:ext cx="2638797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HDBSCAN Clustering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13772" y="1892275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Parameters Used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3772" y="2242617"/>
            <a:ext cx="2638797" cy="72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min_samples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15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min_cluster_size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100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Distance Metric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Euclidean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772" y="3094732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13772" y="3445073"/>
            <a:ext cx="2638797" cy="1145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accident is assigned to a cluster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-1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represents isolated crashes (noise)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other clusters represent accident hotspots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34950"/>
            <a:ext cx="2899321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Clustering Results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925119" y="878235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675933" y="1277541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Hotspots Identified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1466776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Approximately 371 accident hotspots detected across the dataset.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925119" y="1758553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1,009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75933" y="2157859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Largest Hotspot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25119" y="2347094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hotspot contained 1,009 crashes.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25119" y="2638871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229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75933" y="3038177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 Hotspot Size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25119" y="3227412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hotspot size was about 229 crashes.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5119" y="3519190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55,601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675933" y="3918496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Isolated Incidents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25119" y="4107731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55,601 crashes were classified as isolated incidents (noise).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925119" y="4299645"/>
            <a:ext cx="4722763" cy="408831"/>
          </a:xfrm>
          <a:prstGeom prst="roundRect">
            <a:avLst>
              <a:gd name="adj" fmla="val 9558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136" y="4420195"/>
            <a:ext cx="116235" cy="930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27388" y="4383881"/>
            <a:ext cx="4327475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clusters represent areas with consistently high crash frequencies, while noise points represent isolated accidents.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50AC97-F235-2253-9F30-0BCC305A8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11" y="824432"/>
            <a:ext cx="4460733" cy="3338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938"/>
            <a:ext cx="5188148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Accident Hotspot Visualization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999708" y="1103263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 Interpretation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1436861"/>
            <a:ext cx="2652861" cy="9824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7352" y="1577355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Colored Points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197352" y="1896889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color represents a different accident hotspot cluster.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2531715"/>
            <a:ext cx="2652861" cy="9824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7352" y="2672209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Grey Points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197352" y="2991743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points represent isolated crashes classified as noise.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3626569"/>
            <a:ext cx="2652861" cy="9824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97352" y="3767063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Concentrations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197352" y="4086597"/>
            <a:ext cx="231472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 clearly highlights areas with high accident concentrations.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A340AF-CAF4-485E-75FA-9ADA39861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04" y="994959"/>
            <a:ext cx="5021497" cy="3993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0629"/>
            <a:ext cx="400414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47167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2"/>
          <p:cNvSpPr/>
          <p:nvPr/>
        </p:nvSpPr>
        <p:spPr>
          <a:xfrm>
            <a:off x="928836" y="119360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Successful Detection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28836" y="1492448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HDBSCAN successfully identified accident hotspots from over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140,000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 crash records.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2172221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928836" y="2218655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Clear Distinction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28836" y="2517502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distinguished dense accident regions from isolated crashes.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197275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928836" y="3243709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Actionable Insights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28836" y="3542556"/>
            <a:ext cx="4290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 improved interpretation of results. Findings can support </a:t>
            </a: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 safety planning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urban decision-making.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6119" y="4109665"/>
            <a:ext cx="4722763" cy="523131"/>
          </a:xfrm>
          <a:prstGeom prst="roundRect">
            <a:avLst>
              <a:gd name="adj" fmla="val 10848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80" y="4298305"/>
            <a:ext cx="168846" cy="1350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5087" y="4272111"/>
            <a:ext cx="4605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&amp; Discussion welcome.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513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Petrona Bold</vt:lpstr>
      <vt:lpstr>Inter Bold</vt:lpstr>
      <vt:lpstr>Petrona Light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Nicole Cherop</dc:creator>
  <cp:lastModifiedBy>Trina Kinyua</cp:lastModifiedBy>
  <cp:revision>3</cp:revision>
  <dcterms:created xsi:type="dcterms:W3CDTF">2026-07-05T18:25:01Z</dcterms:created>
  <dcterms:modified xsi:type="dcterms:W3CDTF">2026-07-06T06:27:26Z</dcterms:modified>
</cp:coreProperties>
</file>